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76941-1B03-7391-D7D6-E45D41CA3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E3A77-8A2F-4006-BC5A-3EFF55C79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1C42B-195E-483F-BFF2-8D9AC69B5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1D5F-9840-4926-BE83-603A1B446098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03878-640E-ABA5-26E4-6DC3CD061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168A7-CE6A-C106-FCFB-90758D8FC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32AA-FA3A-41A1-9C21-7C6616632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63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05FC5-B69E-1F26-A1BC-7D3F21F3B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22817-0EBF-84F2-BCB4-F5144B9A1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B5166-062E-8892-A5CB-39AAAC56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1D5F-9840-4926-BE83-603A1B446098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709D5-6117-46E0-8769-861A07AE9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855C6-2723-B426-A5D4-98E58C8F5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32AA-FA3A-41A1-9C21-7C6616632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83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3E45B-F7CE-AB52-85CE-48A460DE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AAEAB-6563-F845-4A6B-E2D52828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54A10-04B4-F081-5CDA-90895885A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1D5F-9840-4926-BE83-603A1B446098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7D75F-E5D3-00B5-0DD6-22309CFF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4A4A4-803F-1A48-6E3E-C1A3105E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32AA-FA3A-41A1-9C21-7C6616632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08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CAC06-84D9-703A-E5ED-A5D78A794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2860C-961B-A726-3498-F5C8FEB00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BF169-BC91-CBC3-C2D1-0CF44373F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C8B90-4A63-D208-89B2-E0FC699AA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1D5F-9840-4926-BE83-603A1B446098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7BA28-5A74-2592-9D46-C0161C59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2EA79-A419-E690-D521-2BD875FD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32AA-FA3A-41A1-9C21-7C6616632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628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6C405-E05B-B798-46C8-B0C68801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15611-7DE4-1D3E-64FB-88137E6B9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D7CFB-244D-3EAB-206B-D915F0E96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6FC69D-489B-E54D-EA51-27482702CC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300258-27DA-9DCC-0C75-7861E7EEF0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48773E-18CB-A6CF-60FD-7CB8A8148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1D5F-9840-4926-BE83-603A1B446098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2249F-EAD7-E535-85B1-9047C9265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D54D5B-93B5-AD4A-3FD9-B58A4235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32AA-FA3A-41A1-9C21-7C6616632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78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E41F-FDFB-E0A7-C30E-FAC9874FD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4AF31F-2501-80D9-12F5-7771DF67D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1D5F-9840-4926-BE83-603A1B446098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7D1E5D-40E2-B255-7895-5ED01C91E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53AE59-F629-7E51-89F9-27768A0DA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32AA-FA3A-41A1-9C21-7C6616632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23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DDEB9B-02A3-8A42-4F74-B06384587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1D5F-9840-4926-BE83-603A1B446098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65D909-3427-669A-2A66-0FA602533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1A66B-A666-5750-CB8A-E0669D4B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32AA-FA3A-41A1-9C21-7C6616632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747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CDD00-116E-53FD-4599-4ACCB3BBB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30398-0265-1E1E-A3F7-E3D1EDDCA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14DB39-0960-7EA6-0837-712DDBEC0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E90A5-B067-A58E-5330-0D45F538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1D5F-9840-4926-BE83-603A1B446098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AA110-BF21-04FB-255F-24B0A038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72E10-C315-6E6C-029B-A539F88FF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32AA-FA3A-41A1-9C21-7C6616632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729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AECA-E072-59E0-4720-3F5C7EAD4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D1E5C9-6B63-1287-2A97-D4C6F0BE0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64DDD-312D-1ED6-C9D6-56B56C81E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FC466-7369-2B29-6755-954A0D2E0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1D5F-9840-4926-BE83-603A1B446098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E71D5-B76D-6651-9E97-CF55D1914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C6F5C-C6D3-C506-EEF0-A84EEE77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32AA-FA3A-41A1-9C21-7C6616632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764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190C-7B30-4F7E-7B1A-DDA350C29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11FCE5-07E2-DF5A-1847-08A161185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A0E11-B845-C6F5-C5BA-8F5F7A7EC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1D5F-9840-4926-BE83-603A1B446098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1B7F4-F250-C844-A59E-06E2F3B8F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67389-0012-BC18-3BAD-6C7BD65E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32AA-FA3A-41A1-9C21-7C6616632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066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81C90C-56A7-B7BD-69DF-E2F8B6F7F1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F517B-240D-D269-E267-E65653481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291ED-05D6-36FE-BBB9-B64CF20EE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1D5F-9840-4926-BE83-603A1B446098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AA139-D05F-FC57-8307-12094818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36B97-219A-4CDB-D5A2-E41F5C6CC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32AA-FA3A-41A1-9C21-7C6616632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408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058C58-815C-BFBB-FACC-C30ADC181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14538-5E23-F291-73FB-12264902C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F23E3-7919-31B7-8E45-67D8B5705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11D5F-9840-4926-BE83-603A1B446098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B1FFB-BC35-7F9B-5218-B89178A0D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1288E-E8D6-8E51-22C2-36458B4F7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132AA-FA3A-41A1-9C21-7C6616632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47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CA0B0-53C7-DF47-457C-1CDB06E6E4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Review Report-INSTAGRAM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B304F3-0061-9D06-1B6F-FAF53C47D2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*Name-Instagram</a:t>
            </a:r>
          </a:p>
          <a:p>
            <a:r>
              <a:rPr lang="en-US" dirty="0"/>
              <a:t>*purpose-Instagram is social media application used to share photo videos ,stories ,and messages and to interact with other user </a:t>
            </a:r>
          </a:p>
        </p:txBody>
      </p:sp>
    </p:spTree>
    <p:extLst>
      <p:ext uri="{BB962C8B-B14F-4D97-AF65-F5344CB8AC3E}">
        <p14:creationId xmlns:p14="http://schemas.microsoft.com/office/powerpoint/2010/main" val="2416709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02087-3C42-921F-6F04-2C1A96EAB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23388-7F85-8C95-AEC5-81CB9F58C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*simple and modern interface </a:t>
            </a:r>
          </a:p>
          <a:p>
            <a:pPr marL="0" indent="0">
              <a:buNone/>
            </a:pPr>
            <a:r>
              <a:rPr lang="en-US" dirty="0"/>
              <a:t>*white/black background depending on theme</a:t>
            </a:r>
          </a:p>
          <a:p>
            <a:pPr marL="0" indent="0">
              <a:buNone/>
            </a:pPr>
            <a:r>
              <a:rPr lang="en-US" dirty="0"/>
              <a:t>*clear icons for home , search, reels, messages, and profile </a:t>
            </a:r>
          </a:p>
          <a:p>
            <a:pPr marL="0" indent="0">
              <a:buNone/>
            </a:pPr>
            <a:r>
              <a:rPr lang="en-US" dirty="0"/>
              <a:t>*easy-to-recognize button  </a:t>
            </a:r>
          </a:p>
          <a:p>
            <a:pPr marL="0" indent="0">
              <a:buNone/>
            </a:pPr>
            <a:r>
              <a:rPr lang="en-US" dirty="0"/>
              <a:t>*organized feed layout</a:t>
            </a:r>
          </a:p>
          <a:p>
            <a:pPr marL="0" indent="0">
              <a:buNone/>
            </a:pPr>
            <a:r>
              <a:rPr lang="en-US" dirty="0"/>
              <a:t>*bottom navigation bar </a:t>
            </a:r>
          </a:p>
          <a:p>
            <a:pPr marL="0" indent="0">
              <a:buNone/>
            </a:pPr>
            <a:r>
              <a:rPr lang="en-US" dirty="0"/>
              <a:t>*attractive visual content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9F327D-72F8-0982-E480-1B2421C5CE7C}"/>
              </a:ext>
            </a:extLst>
          </p:cNvPr>
          <p:cNvSpPr txBox="1"/>
          <p:nvPr/>
        </p:nvSpPr>
        <p:spPr>
          <a:xfrm>
            <a:off x="4178710" y="19566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7383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87647-20E0-FDBF-D1F6-1DCD8EC9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UX Feature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D2205-9B36-575E-5EC6-A9E8267C0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*Easy to create and share posts </a:t>
            </a:r>
          </a:p>
          <a:p>
            <a:r>
              <a:rPr lang="en-US" dirty="0"/>
              <a:t>*smooth navigation between sections </a:t>
            </a:r>
          </a:p>
          <a:p>
            <a:r>
              <a:rPr lang="en-US" dirty="0"/>
              <a:t>*search help users quickly find accounts and content </a:t>
            </a:r>
          </a:p>
          <a:p>
            <a:r>
              <a:rPr lang="en-US" dirty="0"/>
              <a:t>*notification provide feedback about activities </a:t>
            </a:r>
          </a:p>
          <a:p>
            <a:r>
              <a:rPr lang="en-US" dirty="0"/>
              <a:t>*simple user flow for liking ,commenting , sharing , and messaging </a:t>
            </a:r>
          </a:p>
          <a:p>
            <a:r>
              <a:rPr lang="en-US" dirty="0"/>
              <a:t>*supports accessibility features such as screen readers and adjustable text through device settings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99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EEA3C-5BF7-0047-31CB-C73FDF71D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094A0-A1CF-FECF-3A01-04ED7C8D4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*Easy-to-use interface</a:t>
            </a:r>
          </a:p>
          <a:p>
            <a:r>
              <a:rPr lang="en-US" dirty="0"/>
              <a:t>*Attractive visual design </a:t>
            </a:r>
          </a:p>
          <a:p>
            <a:r>
              <a:rPr lang="en-US" dirty="0"/>
              <a:t>*Fast navigation </a:t>
            </a:r>
          </a:p>
          <a:p>
            <a:r>
              <a:rPr lang="en-US" dirty="0"/>
              <a:t>*strong search and discovery features </a:t>
            </a:r>
          </a:p>
          <a:p>
            <a:r>
              <a:rPr lang="en-US" dirty="0"/>
              <a:t>*Easy content sharing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570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0F4B7-A3A4-F2E3-0E5C-0C590D5F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47463-8361-32A8-081F-6D6AAC9CB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*Many features can make the app feel complicated</a:t>
            </a:r>
          </a:p>
          <a:p>
            <a:r>
              <a:rPr lang="en-US" dirty="0"/>
              <a:t>*Frequent notifications can be distracting </a:t>
            </a:r>
          </a:p>
          <a:p>
            <a:r>
              <a:rPr lang="en-US" dirty="0"/>
              <a:t>*Finding some settings may take time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1216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BC579-418E-49E1-FADE-0302ED7D0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SUGGESTIONS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56724-DC24-5A8B-1671-205C90D05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*Make settings easier to find </a:t>
            </a:r>
          </a:p>
          <a:p>
            <a:r>
              <a:rPr lang="en-US" dirty="0"/>
              <a:t>*Provides better control over notification </a:t>
            </a:r>
          </a:p>
          <a:p>
            <a:r>
              <a:rPr lang="en-US" dirty="0"/>
              <a:t>*Reduce unnecessary interface </a:t>
            </a:r>
          </a:p>
          <a:p>
            <a:r>
              <a:rPr lang="en-US" dirty="0"/>
              <a:t>*Improve accessibility options</a:t>
            </a:r>
          </a:p>
          <a:p>
            <a:r>
              <a:rPr lang="en-US" dirty="0"/>
              <a:t>*Make the search experience more organized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7482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8C124-4E25-750D-F076-5B7D62A61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87818-1B8E-4BC2-E76C-E444FEC30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*Instagram provides a visually attractive and generally easy-to-use UI/UX </a:t>
            </a:r>
            <a:r>
              <a:rPr lang="en-IN" dirty="0"/>
              <a:t>.Its strong navigation, content discovery,  and sharing features make it popular . however ,reducing clutter and improving customization and accessibility could make the experience even better 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/>
              <a:t>                                                         THANK YOU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CB543-276D-20D1-ABF7-FE3F206A6142}"/>
              </a:ext>
            </a:extLst>
          </p:cNvPr>
          <p:cNvSpPr txBox="1"/>
          <p:nvPr/>
        </p:nvSpPr>
        <p:spPr>
          <a:xfrm>
            <a:off x="7757652" y="49062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8843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249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Design Review Report-INSTAGRAM</vt:lpstr>
      <vt:lpstr>UI Features</vt:lpstr>
      <vt:lpstr>UX Feature</vt:lpstr>
      <vt:lpstr>STRENGTHS</vt:lpstr>
      <vt:lpstr>WEAKNESSES</vt:lpstr>
      <vt:lpstr>                 SUGGESTIONS</vt:lpstr>
      <vt:lpstr>       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NIVEDHA</dc:creator>
  <cp:lastModifiedBy>NIVEDHA</cp:lastModifiedBy>
  <cp:revision>7</cp:revision>
  <dcterms:created xsi:type="dcterms:W3CDTF">2026-08-26T14:03:14Z</dcterms:created>
  <dcterms:modified xsi:type="dcterms:W3CDTF">2026-09-22T06:01:49Z</dcterms:modified>
</cp:coreProperties>
</file>